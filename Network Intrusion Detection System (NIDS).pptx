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Network Intrusion Detection System (NIDS)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sz="2000" b="1" dirty="0"/>
              <a:t>Task 4 — </a:t>
            </a:r>
            <a:r>
              <a:rPr sz="2000" b="1" dirty="0" smtClean="0"/>
              <a:t>Code</a:t>
            </a:r>
            <a:r>
              <a:rPr lang="en-US" sz="2000" b="1" dirty="0" smtClean="0"/>
              <a:t> </a:t>
            </a:r>
            <a:r>
              <a:rPr sz="2000" b="1" dirty="0" smtClean="0"/>
              <a:t>Alpha Cyber </a:t>
            </a:r>
            <a:r>
              <a:rPr sz="2000" b="1" dirty="0"/>
              <a:t>Security </a:t>
            </a:r>
            <a:r>
              <a:rPr sz="2000" b="1" dirty="0" smtClean="0"/>
              <a:t>Internship</a:t>
            </a:r>
            <a:endParaRPr lang="en-US" sz="2000" b="1" dirty="0" smtClean="0"/>
          </a:p>
          <a:p>
            <a:r>
              <a:rPr lang="en-US" sz="2000" b="1" dirty="0" smtClean="0"/>
              <a:t>BY: Sehrish </a:t>
            </a:r>
            <a:r>
              <a:rPr lang="en-US" sz="2000" b="1" dirty="0" err="1" smtClean="0"/>
              <a:t>Isam</a:t>
            </a:r>
            <a:r>
              <a:rPr lang="en-US" sz="2000" b="1" dirty="0" smtClean="0"/>
              <a:t> Din</a:t>
            </a:r>
            <a:endParaRPr sz="2000" b="1" dirty="0"/>
          </a:p>
        </p:txBody>
      </p:sp>
    </p:spTree>
    <p:extLst>
      <p:ext uri="{BB962C8B-B14F-4D97-AF65-F5344CB8AC3E}">
        <p14:creationId xmlns:p14="http://schemas.microsoft.com/office/powerpoint/2010/main" val="1890937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NIDS?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36914"/>
            <a:ext cx="8596668" cy="4565260"/>
          </a:xfrm>
        </p:spPr>
        <p:txBody>
          <a:bodyPr>
            <a:noAutofit/>
          </a:bodyPr>
          <a:lstStyle/>
          <a:p>
            <a:r>
              <a:rPr lang="en-US" sz="2000" dirty="0"/>
              <a:t>A </a:t>
            </a:r>
            <a:r>
              <a:rPr lang="en-US" sz="2000" b="1" dirty="0"/>
              <a:t>Network Intrusion Detection System (NIDS)</a:t>
            </a:r>
            <a:r>
              <a:rPr lang="en-US" sz="2000" dirty="0"/>
              <a:t> monitors network traffic and analyzes data packets for suspicious </a:t>
            </a:r>
            <a:r>
              <a:rPr lang="en-US" sz="2000" dirty="0" smtClean="0"/>
              <a:t>behavior.</a:t>
            </a:r>
          </a:p>
          <a:p>
            <a:r>
              <a:rPr lang="en-US" sz="2000" b="1" dirty="0"/>
              <a:t>What NIDS is:</a:t>
            </a:r>
            <a:endParaRPr lang="en-US" sz="2000" dirty="0"/>
          </a:p>
          <a:p>
            <a:pPr lvl="0"/>
            <a:r>
              <a:rPr lang="en-US" sz="2000" dirty="0"/>
              <a:t>A security tool that </a:t>
            </a:r>
            <a:r>
              <a:rPr lang="en-US" sz="2000" b="1" dirty="0"/>
              <a:t>detects, monitors, and analyzes</a:t>
            </a:r>
            <a:r>
              <a:rPr lang="en-US" sz="2000" dirty="0"/>
              <a:t> network traffic for attacks.</a:t>
            </a:r>
          </a:p>
          <a:p>
            <a:pPr lvl="0"/>
            <a:r>
              <a:rPr lang="en-US" sz="2000" dirty="0"/>
              <a:t>Identifies threats like:</a:t>
            </a:r>
          </a:p>
          <a:p>
            <a:pPr lvl="1"/>
            <a:r>
              <a:rPr lang="en-US" sz="2000" dirty="0"/>
              <a:t>Unauthorized access</a:t>
            </a:r>
          </a:p>
          <a:p>
            <a:pPr lvl="1"/>
            <a:r>
              <a:rPr lang="en-US" sz="2000" dirty="0"/>
              <a:t>Malware activity</a:t>
            </a:r>
          </a:p>
          <a:p>
            <a:pPr lvl="1"/>
            <a:r>
              <a:rPr lang="en-US" sz="2000" dirty="0"/>
              <a:t>Port </a:t>
            </a:r>
            <a:r>
              <a:rPr lang="en-US" sz="2000" dirty="0" smtClean="0"/>
              <a:t>scanning</a:t>
            </a:r>
            <a:endParaRPr lang="en-US" sz="2000" dirty="0"/>
          </a:p>
          <a:p>
            <a:pPr lvl="1"/>
            <a:r>
              <a:rPr lang="en-US" sz="2000" dirty="0" smtClean="0"/>
              <a:t>Policy violations</a:t>
            </a:r>
          </a:p>
          <a:p>
            <a:r>
              <a:rPr lang="en-US" sz="2000" b="1" dirty="0"/>
              <a:t>Why this matters</a:t>
            </a:r>
            <a:endParaRPr lang="en-US" sz="2000" dirty="0"/>
          </a:p>
          <a:p>
            <a:r>
              <a:rPr lang="en-US" sz="2000" dirty="0"/>
              <a:t>NIDS becomes the “security camera of the network” — constantly watching for dangerous traffic.</a:t>
            </a:r>
          </a:p>
          <a:p>
            <a:pPr lvl="1"/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3888764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set it up:</a:t>
            </a:r>
            <a:r>
              <a:rPr lang="en-US" sz="2800" dirty="0"/>
              <a:t/>
            </a:r>
            <a:br>
              <a:rPr lang="en-US" sz="28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Choose </a:t>
            </a:r>
            <a:r>
              <a:rPr lang="en-US" dirty="0"/>
              <a:t>a NIDS tool:</a:t>
            </a:r>
            <a:endParaRPr lang="en-US" sz="1600" dirty="0"/>
          </a:p>
          <a:p>
            <a:pPr lvl="1"/>
            <a:r>
              <a:rPr lang="en-US" b="1" dirty="0"/>
              <a:t>Snort</a:t>
            </a:r>
            <a:r>
              <a:rPr lang="en-US" dirty="0"/>
              <a:t> (most widely used)</a:t>
            </a:r>
            <a:endParaRPr lang="en-US" sz="1400" dirty="0"/>
          </a:p>
          <a:p>
            <a:pPr lvl="1"/>
            <a:r>
              <a:rPr lang="en-US" b="1" dirty="0" err="1"/>
              <a:t>Suricata</a:t>
            </a:r>
            <a:r>
              <a:rPr lang="en-US" dirty="0"/>
              <a:t> (faster, multi-threaded)</a:t>
            </a:r>
            <a:endParaRPr lang="en-US" sz="1400" dirty="0"/>
          </a:p>
          <a:p>
            <a:pPr lvl="0"/>
            <a:r>
              <a:rPr lang="en-US" dirty="0"/>
              <a:t>Install the tool on a system connected to the network switch</a:t>
            </a:r>
            <a:br>
              <a:rPr lang="en-US" dirty="0"/>
            </a:br>
            <a:r>
              <a:rPr lang="en-US" dirty="0"/>
              <a:t>(so it can see all traffic).</a:t>
            </a:r>
            <a:endParaRPr lang="en-US" sz="1600" dirty="0"/>
          </a:p>
          <a:p>
            <a:pPr lvl="0"/>
            <a:r>
              <a:rPr lang="en-US" dirty="0"/>
              <a:t>Configure the network interface in </a:t>
            </a:r>
            <a:r>
              <a:rPr lang="en-US" b="1" dirty="0"/>
              <a:t>promiscuous mode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→ This allows the NIDS to capture all packets, not just those addressed to the system.</a:t>
            </a:r>
            <a:endParaRPr lang="en-US" sz="1600" dirty="0"/>
          </a:p>
          <a:p>
            <a:pPr lvl="0"/>
            <a:r>
              <a:rPr lang="en-US" dirty="0"/>
              <a:t>Define your </a:t>
            </a:r>
            <a:r>
              <a:rPr lang="en-US" b="1" dirty="0"/>
              <a:t>HOME_NET</a:t>
            </a:r>
            <a:r>
              <a:rPr lang="en-US" dirty="0"/>
              <a:t> (your internal network)</a:t>
            </a:r>
            <a:br>
              <a:rPr lang="en-US" dirty="0"/>
            </a:br>
            <a:r>
              <a:rPr lang="en-US" dirty="0"/>
              <a:t>Example (Linux):</a:t>
            </a:r>
            <a:endParaRPr lang="en-US" sz="1600" dirty="0"/>
          </a:p>
          <a:p>
            <a:pPr lvl="0"/>
            <a:r>
              <a:rPr lang="en-US" dirty="0" err="1"/>
              <a:t>ipvar</a:t>
            </a:r>
            <a:r>
              <a:rPr lang="en-US" dirty="0"/>
              <a:t> HOME_NET 192.168.1.0/24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160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Configure Rules &amp; Alerts to Detect Suspicious or Malicious Activity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8"/>
            <a:ext cx="8596668" cy="448840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NIDS detects threats using </a:t>
            </a:r>
            <a:r>
              <a:rPr lang="en-US" dirty="0" smtClean="0"/>
              <a:t>several methods:</a:t>
            </a:r>
          </a:p>
          <a:p>
            <a:r>
              <a:rPr lang="en-US" b="1" dirty="0"/>
              <a:t>1. Signature-Based Detection</a:t>
            </a:r>
            <a:endParaRPr lang="en-US" dirty="0"/>
          </a:p>
          <a:p>
            <a:pPr lvl="0"/>
            <a:r>
              <a:rPr lang="en-US" dirty="0"/>
              <a:t>Compares network traffic to </a:t>
            </a:r>
            <a:r>
              <a:rPr lang="en-US" b="1" dirty="0"/>
              <a:t>known attack signatures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Example: Known malware pattern or a common SQL Injection attempt.</a:t>
            </a:r>
          </a:p>
          <a:p>
            <a:pPr lvl="0"/>
            <a:r>
              <a:rPr lang="en-US" dirty="0"/>
              <a:t>Good for detecting known threats.</a:t>
            </a:r>
          </a:p>
          <a:p>
            <a:r>
              <a:rPr lang="en-US" b="1" dirty="0"/>
              <a:t>2. Anomaly-Based Detection</a:t>
            </a:r>
            <a:endParaRPr lang="en-US" dirty="0"/>
          </a:p>
          <a:p>
            <a:pPr lvl="0"/>
            <a:r>
              <a:rPr lang="en-US" dirty="0"/>
              <a:t>Learns what "normal" network traffic looks like.</a:t>
            </a:r>
          </a:p>
          <a:p>
            <a:pPr lvl="0"/>
            <a:r>
              <a:rPr lang="en-US" dirty="0"/>
              <a:t>Alerts you if something behaves differently.</a:t>
            </a:r>
          </a:p>
          <a:p>
            <a:pPr lvl="0"/>
            <a:r>
              <a:rPr lang="en-US" dirty="0"/>
              <a:t>Good for detecting </a:t>
            </a:r>
            <a:r>
              <a:rPr lang="en-US" b="1" dirty="0"/>
              <a:t>new or unknown attacks</a:t>
            </a:r>
            <a:r>
              <a:rPr lang="en-US" dirty="0"/>
              <a:t>, but causes false positives.</a:t>
            </a:r>
          </a:p>
          <a:p>
            <a:r>
              <a:rPr lang="en-US" b="1" dirty="0"/>
              <a:t>3. Hybrid Detection</a:t>
            </a:r>
            <a:endParaRPr lang="en-US" dirty="0"/>
          </a:p>
          <a:p>
            <a:pPr lvl="0"/>
            <a:r>
              <a:rPr lang="en-US" dirty="0"/>
              <a:t>Combination of signature + anomaly</a:t>
            </a:r>
          </a:p>
          <a:p>
            <a:r>
              <a:rPr lang="en-US" dirty="0"/>
              <a:t>Most accurate approach used by modern IDS systems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105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Monitor Network Traffic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38390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Network Technologies:</a:t>
            </a:r>
            <a:endParaRPr lang="en-US" dirty="0"/>
          </a:p>
          <a:p>
            <a:pPr lvl="0"/>
            <a:r>
              <a:rPr lang="en-US" dirty="0"/>
              <a:t>TCP/IP</a:t>
            </a:r>
          </a:p>
          <a:p>
            <a:pPr lvl="0"/>
            <a:r>
              <a:rPr lang="en-US" dirty="0"/>
              <a:t>HTTP</a:t>
            </a:r>
          </a:p>
          <a:p>
            <a:pPr lvl="0"/>
            <a:r>
              <a:rPr lang="en-US" dirty="0"/>
              <a:t>FTP</a:t>
            </a:r>
          </a:p>
          <a:p>
            <a:pPr lvl="0"/>
            <a:r>
              <a:rPr lang="en-US" dirty="0"/>
              <a:t>DNS</a:t>
            </a:r>
          </a:p>
          <a:p>
            <a:pPr lvl="0"/>
            <a:r>
              <a:rPr lang="en-US" dirty="0"/>
              <a:t>SMTP</a:t>
            </a:r>
          </a:p>
          <a:p>
            <a:pPr lvl="0"/>
            <a:r>
              <a:rPr lang="en-US" dirty="0"/>
              <a:t>SNMP</a:t>
            </a:r>
          </a:p>
          <a:p>
            <a:r>
              <a:rPr lang="en-US" b="1" dirty="0" smtClean="0"/>
              <a:t>Network </a:t>
            </a:r>
            <a:r>
              <a:rPr lang="en-US" b="1" dirty="0"/>
              <a:t>Devices:</a:t>
            </a:r>
            <a:endParaRPr lang="en-US" dirty="0"/>
          </a:p>
          <a:p>
            <a:pPr lvl="0"/>
            <a:r>
              <a:rPr lang="en-US" dirty="0"/>
              <a:t>Routers</a:t>
            </a:r>
          </a:p>
          <a:p>
            <a:pPr lvl="0"/>
            <a:r>
              <a:rPr lang="en-US" dirty="0"/>
              <a:t>Switches</a:t>
            </a:r>
          </a:p>
          <a:p>
            <a:pPr lvl="0"/>
            <a:r>
              <a:rPr lang="en-US" dirty="0"/>
              <a:t>Firewalls</a:t>
            </a:r>
          </a:p>
          <a:p>
            <a:pPr lvl="0"/>
            <a:r>
              <a:rPr lang="en-US" dirty="0" smtClean="0"/>
              <a:t>Servers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077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 smtClean="0"/>
              <a:t>Applications:</a:t>
            </a:r>
            <a:endParaRPr lang="en-US" sz="2000" dirty="0" smtClean="0"/>
          </a:p>
          <a:p>
            <a:pPr lvl="0"/>
            <a:r>
              <a:rPr lang="en-US" sz="2000" dirty="0" smtClean="0"/>
              <a:t>Email </a:t>
            </a:r>
            <a:r>
              <a:rPr lang="en-US" sz="2000" dirty="0"/>
              <a:t>servers</a:t>
            </a:r>
          </a:p>
          <a:p>
            <a:pPr lvl="0"/>
            <a:r>
              <a:rPr lang="en-US" sz="2000" dirty="0"/>
              <a:t>Web servers</a:t>
            </a:r>
          </a:p>
          <a:p>
            <a:r>
              <a:rPr lang="en-US" sz="2000" dirty="0"/>
              <a:t>Databases</a:t>
            </a:r>
          </a:p>
          <a:p>
            <a:r>
              <a:rPr lang="en-US" sz="2000" b="1" dirty="0" smtClean="0"/>
              <a:t>Operating Systems:</a:t>
            </a:r>
            <a:endParaRPr lang="en-US" sz="2000" dirty="0" smtClean="0"/>
          </a:p>
          <a:p>
            <a:pPr lvl="0"/>
            <a:r>
              <a:rPr lang="en-US" sz="2000" dirty="0" smtClean="0"/>
              <a:t>Windows</a:t>
            </a:r>
            <a:r>
              <a:rPr lang="en-US" sz="2000" dirty="0"/>
              <a:t>, Linux, etc.</a:t>
            </a:r>
          </a:p>
          <a:p>
            <a:r>
              <a:rPr lang="en-US" sz="2000" b="1" dirty="0" smtClean="0"/>
              <a:t> </a:t>
            </a:r>
            <a:r>
              <a:rPr lang="en-US" sz="2000" b="1" dirty="0"/>
              <a:t>Wireless Networks:</a:t>
            </a:r>
            <a:endParaRPr lang="en-US" sz="2000" dirty="0"/>
          </a:p>
          <a:p>
            <a:pPr lvl="0"/>
            <a:r>
              <a:rPr lang="en-US" sz="2000" dirty="0"/>
              <a:t>Detect rogue access points</a:t>
            </a:r>
          </a:p>
          <a:p>
            <a:pPr lvl="0"/>
            <a:r>
              <a:rPr lang="en-US" sz="2000" dirty="0"/>
              <a:t>Identify unauthorized connections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612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happens during monitoring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436154"/>
          </a:xfrm>
        </p:spPr>
        <p:txBody>
          <a:bodyPr>
            <a:noAutofit/>
          </a:bodyPr>
          <a:lstStyle/>
          <a:p>
            <a:r>
              <a:rPr lang="en-US" sz="2000" b="1" dirty="0"/>
              <a:t>1. NIDS captures all packets.</a:t>
            </a:r>
            <a:endParaRPr lang="en-US" sz="2000" dirty="0"/>
          </a:p>
          <a:p>
            <a:r>
              <a:rPr lang="en-US" sz="2000" b="1" dirty="0"/>
              <a:t>2. It analyzes them in real-time using rules.</a:t>
            </a:r>
            <a:endParaRPr lang="en-US" sz="2000" dirty="0"/>
          </a:p>
          <a:p>
            <a:r>
              <a:rPr lang="en-US" sz="2000" b="1" dirty="0"/>
              <a:t>3. If suspicious behavior is found:</a:t>
            </a:r>
            <a:endParaRPr lang="en-US" sz="2000" dirty="0"/>
          </a:p>
          <a:p>
            <a:pPr lvl="0"/>
            <a:r>
              <a:rPr lang="en-US" sz="2000" dirty="0"/>
              <a:t>Generates a log</a:t>
            </a:r>
          </a:p>
          <a:p>
            <a:pPr lvl="0"/>
            <a:r>
              <a:rPr lang="en-US" sz="2000" dirty="0"/>
              <a:t>Sends alerts</a:t>
            </a:r>
          </a:p>
          <a:p>
            <a:pPr lvl="0"/>
            <a:r>
              <a:rPr lang="en-US" sz="2000" dirty="0"/>
              <a:t>Displays severity levels (Critical, High, Medium, Low)</a:t>
            </a:r>
          </a:p>
          <a:p>
            <a:r>
              <a:rPr lang="en-US" sz="2000" b="1" dirty="0"/>
              <a:t>Example threat detection during live monitoring:</a:t>
            </a:r>
            <a:endParaRPr lang="en-US" sz="2000" dirty="0"/>
          </a:p>
          <a:p>
            <a:pPr lvl="0"/>
            <a:r>
              <a:rPr lang="en-US" sz="2000" dirty="0"/>
              <a:t>Rapid ICMP requests → </a:t>
            </a:r>
            <a:r>
              <a:rPr lang="en-US" sz="2000" b="1" dirty="0"/>
              <a:t>Possible </a:t>
            </a:r>
            <a:r>
              <a:rPr lang="en-US" sz="2000" b="1" dirty="0" err="1"/>
              <a:t>DoS</a:t>
            </a:r>
            <a:r>
              <a:rPr lang="en-US" sz="2000" b="1" dirty="0"/>
              <a:t> Attack</a:t>
            </a:r>
            <a:endParaRPr lang="en-US" sz="2000" dirty="0"/>
          </a:p>
          <a:p>
            <a:pPr lvl="0"/>
            <a:r>
              <a:rPr lang="en-US" sz="2000" dirty="0"/>
              <a:t>Repeated login attempts → </a:t>
            </a:r>
            <a:r>
              <a:rPr lang="en-US" sz="2000" b="1" dirty="0"/>
              <a:t>Brute-force</a:t>
            </a:r>
            <a:endParaRPr lang="en-US" sz="2000" dirty="0"/>
          </a:p>
          <a:p>
            <a:pPr lvl="0"/>
            <a:r>
              <a:rPr lang="en-US" sz="2000" dirty="0"/>
              <a:t>Unexpected SSL certificate → </a:t>
            </a:r>
            <a:r>
              <a:rPr lang="en-US" sz="2000" b="1" dirty="0"/>
              <a:t>Fake website / MITM attack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72705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Implement Response Mechanisms for Detected Intrusions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927600"/>
          </a:xfrm>
        </p:spPr>
        <p:txBody>
          <a:bodyPr>
            <a:noAutofit/>
          </a:bodyPr>
          <a:lstStyle/>
          <a:p>
            <a:r>
              <a:rPr lang="en-US" sz="2000" b="1" dirty="0"/>
              <a:t>A. Alerting</a:t>
            </a:r>
            <a:endParaRPr lang="en-US" sz="2000" dirty="0"/>
          </a:p>
          <a:p>
            <a:r>
              <a:rPr lang="en-US" sz="2000" dirty="0"/>
              <a:t>NIDS sends alerts via:</a:t>
            </a:r>
          </a:p>
          <a:p>
            <a:pPr lvl="0"/>
            <a:r>
              <a:rPr lang="en-US" sz="2000" dirty="0"/>
              <a:t>Email</a:t>
            </a:r>
          </a:p>
          <a:p>
            <a:pPr lvl="0"/>
            <a:r>
              <a:rPr lang="en-US" sz="2000" dirty="0"/>
              <a:t>SNMP</a:t>
            </a:r>
          </a:p>
          <a:p>
            <a:pPr lvl="0"/>
            <a:r>
              <a:rPr lang="en-US" sz="2000" dirty="0"/>
              <a:t>Dashboard notifications</a:t>
            </a:r>
          </a:p>
          <a:p>
            <a:r>
              <a:rPr lang="en-US" sz="2000" b="1" dirty="0"/>
              <a:t>Severity Levels for Alerts:</a:t>
            </a:r>
            <a:endParaRPr lang="en-US" sz="2000" dirty="0"/>
          </a:p>
          <a:p>
            <a:pPr lvl="0"/>
            <a:r>
              <a:rPr lang="en-US" sz="2000" b="1" dirty="0"/>
              <a:t>Critical</a:t>
            </a:r>
            <a:endParaRPr lang="en-US" sz="2000" dirty="0"/>
          </a:p>
          <a:p>
            <a:pPr lvl="0"/>
            <a:r>
              <a:rPr lang="en-US" sz="2000" b="1" dirty="0"/>
              <a:t>High</a:t>
            </a:r>
            <a:endParaRPr lang="en-US" sz="2000" dirty="0"/>
          </a:p>
          <a:p>
            <a:pPr lvl="0"/>
            <a:r>
              <a:rPr lang="en-US" sz="2000" b="1" dirty="0"/>
              <a:t>Medium</a:t>
            </a:r>
            <a:endParaRPr lang="en-US" sz="2000" dirty="0"/>
          </a:p>
          <a:p>
            <a:pPr lvl="0"/>
            <a:r>
              <a:rPr lang="en-US" sz="2000" b="1" dirty="0"/>
              <a:t>Low</a:t>
            </a:r>
            <a:endParaRPr lang="en-US" sz="2000" dirty="0"/>
          </a:p>
          <a:p>
            <a:r>
              <a:rPr lang="en-US" sz="2000" dirty="0"/>
              <a:t>Critical &amp; High require immediate response.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23934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370840"/>
          </a:xfrm>
        </p:spPr>
        <p:txBody>
          <a:bodyPr>
            <a:noAutofit/>
          </a:bodyPr>
          <a:lstStyle/>
          <a:p>
            <a:r>
              <a:rPr lang="en-US" sz="2000" b="1" dirty="0"/>
              <a:t>B. Blocking Malicious Traffic</a:t>
            </a:r>
            <a:endParaRPr lang="en-US" sz="2000" dirty="0"/>
          </a:p>
          <a:p>
            <a:r>
              <a:rPr lang="en-US" sz="2000" dirty="0"/>
              <a:t>Although NIDS is usually passive, an inline NIDS can:</a:t>
            </a:r>
          </a:p>
          <a:p>
            <a:pPr lvl="0"/>
            <a:r>
              <a:rPr lang="en-US" sz="2000" dirty="0"/>
              <a:t>Block suspicious IP addresses</a:t>
            </a:r>
          </a:p>
          <a:p>
            <a:pPr lvl="0"/>
            <a:r>
              <a:rPr lang="en-US" sz="2000" dirty="0"/>
              <a:t>Drop malicious packets</a:t>
            </a:r>
          </a:p>
          <a:p>
            <a:pPr lvl="0"/>
            <a:r>
              <a:rPr lang="en-US" sz="2000" dirty="0"/>
              <a:t>Stop current data transfers</a:t>
            </a:r>
          </a:p>
          <a:p>
            <a:pPr lvl="0"/>
            <a:r>
              <a:rPr lang="en-US" sz="2000" dirty="0"/>
              <a:t>Modify or interrupt suspicious connections</a:t>
            </a:r>
          </a:p>
          <a:p>
            <a:r>
              <a:rPr lang="en-US" sz="2000" b="1" dirty="0"/>
              <a:t>C. Firewall Automations</a:t>
            </a:r>
            <a:endParaRPr lang="en-US" sz="2000" dirty="0"/>
          </a:p>
          <a:p>
            <a:r>
              <a:rPr lang="en-US" sz="2000" dirty="0"/>
              <a:t>For example:</a:t>
            </a:r>
          </a:p>
          <a:p>
            <a:pPr lvl="0"/>
            <a:r>
              <a:rPr lang="en-US" sz="2000" dirty="0"/>
              <a:t>If NIDS detects port scanning → Firewall adds attacker’s IP to deny list</a:t>
            </a:r>
          </a:p>
          <a:p>
            <a:r>
              <a:rPr lang="en-US" sz="2000" dirty="0"/>
              <a:t>If malware traffic is detected → Block URL or port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99499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D. Logging &amp; Reporting</a:t>
            </a:r>
            <a:endParaRPr lang="en-US" sz="2000" dirty="0"/>
          </a:p>
          <a:p>
            <a:r>
              <a:rPr lang="en-US" sz="2000" dirty="0"/>
              <a:t>Every detected event is recorded with:</a:t>
            </a:r>
          </a:p>
          <a:p>
            <a:pPr lvl="0"/>
            <a:r>
              <a:rPr lang="en-US" sz="2000" dirty="0"/>
              <a:t>Timestamp</a:t>
            </a:r>
          </a:p>
          <a:p>
            <a:pPr lvl="0"/>
            <a:r>
              <a:rPr lang="en-US" sz="2000" dirty="0"/>
              <a:t>Protocol</a:t>
            </a:r>
          </a:p>
          <a:p>
            <a:pPr lvl="0"/>
            <a:r>
              <a:rPr lang="en-US" sz="2000" dirty="0"/>
              <a:t>Source/Destination</a:t>
            </a:r>
          </a:p>
          <a:p>
            <a:pPr lvl="0"/>
            <a:r>
              <a:rPr lang="en-US" sz="2000" dirty="0"/>
              <a:t>Signature</a:t>
            </a:r>
          </a:p>
          <a:p>
            <a:r>
              <a:rPr lang="en-US" sz="2000" dirty="0"/>
              <a:t>This is important for forensic analysis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06215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854165"/>
          </a:xfrm>
        </p:spPr>
        <p:txBody>
          <a:bodyPr>
            <a:noAutofit/>
          </a:bodyPr>
          <a:lstStyle/>
          <a:p>
            <a:r>
              <a:rPr lang="en-US" sz="2000" b="1" dirty="0"/>
              <a:t>E. Dashboard Visualization (optional)</a:t>
            </a:r>
            <a:endParaRPr lang="en-US" sz="2000" dirty="0"/>
          </a:p>
          <a:p>
            <a:r>
              <a:rPr lang="en-US" sz="2000" dirty="0"/>
              <a:t>Your text mentions:</a:t>
            </a:r>
          </a:p>
          <a:p>
            <a:pPr lvl="0"/>
            <a:r>
              <a:rPr lang="en-US" sz="2000" dirty="0"/>
              <a:t>Threat dashboards</a:t>
            </a:r>
          </a:p>
          <a:p>
            <a:pPr lvl="0"/>
            <a:r>
              <a:rPr lang="en-US" sz="2000" dirty="0"/>
              <a:t>Visual analysis</a:t>
            </a:r>
          </a:p>
          <a:p>
            <a:pPr lvl="0"/>
            <a:r>
              <a:rPr lang="en-US" sz="2000" dirty="0"/>
              <a:t>Severity-based graphs</a:t>
            </a:r>
          </a:p>
          <a:p>
            <a:r>
              <a:rPr lang="en-US" sz="2000" dirty="0"/>
              <a:t>Tools used:</a:t>
            </a:r>
          </a:p>
          <a:p>
            <a:pPr lvl="0"/>
            <a:r>
              <a:rPr lang="en-US" sz="2000" dirty="0" err="1"/>
              <a:t>Kibana</a:t>
            </a:r>
            <a:endParaRPr lang="en-US" sz="2000" dirty="0"/>
          </a:p>
          <a:p>
            <a:pPr lvl="0"/>
            <a:r>
              <a:rPr lang="en-US" sz="2000" dirty="0" err="1"/>
              <a:t>Grafana</a:t>
            </a:r>
            <a:endParaRPr lang="en-US" sz="2000" dirty="0"/>
          </a:p>
          <a:p>
            <a:pPr lvl="0"/>
            <a:r>
              <a:rPr lang="en-US" sz="2000" dirty="0"/>
              <a:t>ELK Stack</a:t>
            </a:r>
          </a:p>
          <a:p>
            <a:pPr lvl="0"/>
            <a:r>
              <a:rPr lang="en-US" sz="2000" dirty="0" err="1"/>
              <a:t>Snorby</a:t>
            </a:r>
            <a:endParaRPr lang="en-US" sz="2000" dirty="0"/>
          </a:p>
          <a:p>
            <a:r>
              <a:rPr lang="en-US" sz="2000" dirty="0" err="1"/>
              <a:t>Sguil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50288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48594" y="3244334"/>
            <a:ext cx="41696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Thank you</a:t>
            </a:r>
            <a:endParaRPr lang="en-US" sz="4800" b="1" i="1" dirty="0"/>
          </a:p>
        </p:txBody>
      </p:sp>
    </p:spTree>
    <p:extLst>
      <p:ext uri="{BB962C8B-B14F-4D97-AF65-F5344CB8AC3E}">
        <p14:creationId xmlns:p14="http://schemas.microsoft.com/office/powerpoint/2010/main" val="73883387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82</TotalTime>
  <Words>495</Words>
  <Application>Microsoft Office PowerPoint</Application>
  <PresentationFormat>Widescreen</PresentationFormat>
  <Paragraphs>110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Times New Roman</vt:lpstr>
      <vt:lpstr>Trebuchet MS</vt:lpstr>
      <vt:lpstr>Wingdings 3</vt:lpstr>
      <vt:lpstr>Facet</vt:lpstr>
      <vt:lpstr>Network Intrusion Detection System (NIDS)</vt:lpstr>
      <vt:lpstr>What is NIDS?</vt:lpstr>
      <vt:lpstr>How to set it up: </vt:lpstr>
      <vt:lpstr>Configure Rules &amp; Alerts to Detect Suspicious or Malicious Activity </vt:lpstr>
      <vt:lpstr>Monitor Network Traffic </vt:lpstr>
      <vt:lpstr>Continue:</vt:lpstr>
      <vt:lpstr>What happens during monitoring</vt:lpstr>
      <vt:lpstr>Implement Response Mechanisms for Detected Intrusions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Intrusion Detection System (NIDS)</dc:title>
  <dc:creator>Sehrish</dc:creator>
  <cp:lastModifiedBy>Sehrish</cp:lastModifiedBy>
  <cp:revision>7</cp:revision>
  <dcterms:created xsi:type="dcterms:W3CDTF">2025-11-24T03:38:53Z</dcterms:created>
  <dcterms:modified xsi:type="dcterms:W3CDTF">2025-11-24T05:00:57Z</dcterms:modified>
</cp:coreProperties>
</file>